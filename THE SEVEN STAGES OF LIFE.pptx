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2E95-8884-4E1D-8CF7-9988A89A2A6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0E4C-2987-458B-9FE3-53B5165C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75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2E95-8884-4E1D-8CF7-9988A89A2A6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0E4C-2987-458B-9FE3-53B5165C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41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2E95-8884-4E1D-8CF7-9988A89A2A6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0E4C-2987-458B-9FE3-53B5165C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24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2E95-8884-4E1D-8CF7-9988A89A2A6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0E4C-2987-458B-9FE3-53B5165C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0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2E95-8884-4E1D-8CF7-9988A89A2A6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0E4C-2987-458B-9FE3-53B5165C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97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2E95-8884-4E1D-8CF7-9988A89A2A6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0E4C-2987-458B-9FE3-53B5165C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86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2E95-8884-4E1D-8CF7-9988A89A2A6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0E4C-2987-458B-9FE3-53B5165C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1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2E95-8884-4E1D-8CF7-9988A89A2A6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0E4C-2987-458B-9FE3-53B5165C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10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2E95-8884-4E1D-8CF7-9988A89A2A6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0E4C-2987-458B-9FE3-53B5165C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64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2E95-8884-4E1D-8CF7-9988A89A2A6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0E4C-2987-458B-9FE3-53B5165C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6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2E95-8884-4E1D-8CF7-9988A89A2A6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0E4C-2987-458B-9FE3-53B5165C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36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D2E95-8884-4E1D-8CF7-9988A89A2A6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D0E4C-2987-458B-9FE3-53B5165C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5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THE SEVEN STAGES OF LIFE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9A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566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THE SEVEN STAGES OF LIFE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SEVEN STAGES OF LIFE</dc:title>
  <dc:creator>General User</dc:creator>
  <cp:lastModifiedBy>General User</cp:lastModifiedBy>
  <cp:revision>1</cp:revision>
  <dcterms:created xsi:type="dcterms:W3CDTF">2026-04-10T08:54:41Z</dcterms:created>
  <dcterms:modified xsi:type="dcterms:W3CDTF">2026-04-10T08:54:55Z</dcterms:modified>
</cp:coreProperties>
</file>